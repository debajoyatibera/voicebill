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bajoyatibera.github.io/voicebill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bajoyatibera.github.io/voicebill/" TargetMode="Externa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371600"/>
            <a:ext cx="182880" cy="4114800"/>
          </a:xfrm>
          <a:prstGeom prst="round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400">
                <a:solidFill>
                  <a:srgbClr val="FFFFFF"/>
                </a:solidFill>
                <a:latin typeface="Segoe UI"/>
              </a:defRPr>
            </a:pPr>
            <a:r>
              <a:t>VoiceBill 🎙️🧾</a:t>
            </a:r>
          </a:p>
          <a:p>
            <a:pPr>
              <a:spcBef>
                <a:spcPts val="1200"/>
              </a:spcBef>
              <a:defRPr b="1" sz="2400">
                <a:solidFill>
                  <a:srgbClr val="00F5D4"/>
                </a:solidFill>
              </a:defRPr>
            </a:pPr>
            <a:r>
              <a:t>Multilingual Voice-First Billing &amp; POS App for Indian Street Vendors</a:t>
            </a:r>
          </a:p>
          <a:p>
            <a:pPr>
              <a:spcBef>
                <a:spcPts val="800"/>
              </a:spcBef>
              <a:defRPr sz="1800">
                <a:solidFill>
                  <a:srgbClr val="94A3B8"/>
                </a:solidFill>
              </a:defRPr>
            </a:pPr>
            <a:r>
              <a:t>Empowering 50M+ Vendors with Speech AI, Instant WhatsApp Reports &amp; CSV Spreadsheet Export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3931920"/>
            <a:ext cx="4937760" cy="1828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b="1" sz="1400">
                <a:solidFill>
                  <a:srgbClr val="FFB703"/>
                </a:solidFill>
              </a:defRPr>
            </a:pPr>
            <a:r>
              <a:t>TEAM VOICEBILL — HACK SYNTHESIS 3.0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• Debajoyati Bera (Team Leader)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Souvik Adak (Team Member)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University of Engineering &amp; Management (UEM) Kolkata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3931920"/>
            <a:ext cx="4754880" cy="1828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400">
                <a:solidFill>
                  <a:srgbClr val="00F5D4"/>
                </a:solidFill>
              </a:defRPr>
            </a:pPr>
            <a:r>
              <a:t>🌐 OPEN INNOVATION — LIVE DEMO</a:t>
            </a:r>
          </a:p>
          <a:p>
            <a:pPr>
              <a:spcBef>
                <a:spcPts val="1200"/>
              </a:spcBef>
            </a:pPr>
            <a:r>
              <a:rPr b="1" sz="1700">
                <a:solidFill>
                  <a:srgbClr val="00F5D4"/>
                </a:solidFill>
                <a:hlinkClick r:id="rId2"/>
              </a:rPr>
              <a:t>https://debajoyatibera.github.io/voicebill/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Tested, Live &amp; Accessible Online on GitHub Pages across Mobile &amp; Desktop browsers!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645920" cy="7315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1. The Real-World Problem</a:t>
            </a:r>
          </a:p>
          <a:p>
            <a:pPr>
              <a:spcBef>
                <a:spcPts val="600"/>
              </a:spcBef>
              <a:defRPr sz="1600">
                <a:solidFill>
                  <a:srgbClr val="00B4D8"/>
                </a:solidFill>
                <a:latin typeface="Segoe UI"/>
              </a:defRPr>
            </a:pPr>
            <a:r>
              <a:t>Why 50+ Million Indian Street Vendors Are Excluded from Digital POS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VoiceBill  •  Hack Synthesis 3.0 (UEM Kolkata)  •  Open Innovation  •  debajoyatibera.github.io/voicebill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4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b="1" sz="2000">
                <a:solidFill>
                  <a:srgbClr val="FF416C"/>
                </a:solidFill>
              </a:defRPr>
            </a:pPr>
            <a:r>
              <a:t>⌨️ Touchscreen Typing Friction</a:t>
            </a:r>
          </a:p>
          <a:p>
            <a:pPr>
              <a:spcBef>
                <a:spcPts val="1800"/>
              </a:spcBef>
              <a:defRPr sz="1500">
                <a:solidFill>
                  <a:srgbClr val="FFFFFF"/>
                </a:solidFill>
              </a:defRPr>
            </a:pPr>
            <a:r>
              <a:t>Traditional POS apps require rapid typing on small smartphone keyboards. For vendors cooking tea, handling vegetables, or managing crowded stalls, typing is painfully slow and distracting.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b="1" sz="2000">
                <a:solidFill>
                  <a:srgbClr val="FFB703"/>
                </a:solidFill>
              </a:defRPr>
            </a:pPr>
            <a:r>
              <a:t>🗣️ Literacy &amp; Language Barrier</a:t>
            </a:r>
          </a:p>
          <a:p>
            <a:pPr>
              <a:spcBef>
                <a:spcPts val="1800"/>
              </a:spcBef>
              <a:defRPr sz="1500">
                <a:solidFill>
                  <a:srgbClr val="FFFFFF"/>
                </a:solidFill>
              </a:defRPr>
            </a:pPr>
            <a:r>
              <a:t>Most billing apps force English menu hierarchies or rigid forms. India's hawkers speak natural vernacular dialects (Hindi, Bengali, Indian English) and need an interface that listens to how they speak.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b="1" sz="2000">
                <a:solidFill>
                  <a:srgbClr val="00B4D8"/>
                </a:solidFill>
              </a:defRPr>
            </a:pPr>
            <a:r>
              <a:t>📝 Lost Accounting &amp; Disputes</a:t>
            </a:r>
          </a:p>
          <a:p>
            <a:pPr>
              <a:spcBef>
                <a:spcPts val="1800"/>
              </a:spcBef>
              <a:defRPr sz="1500">
                <a:solidFill>
                  <a:srgbClr val="FFFFFF"/>
                </a:solidFill>
              </a:defRPr>
            </a:pPr>
            <a:r>
              <a:t>Vendors rely on mental math or paper chits, resulting in lost daily totals, billing errors, customer disputes, and an inability to track revenue or share records with accountants.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645920" cy="7315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2. Our Solution — VoiceBill</a:t>
            </a:r>
          </a:p>
          <a:p>
            <a:pPr>
              <a:spcBef>
                <a:spcPts val="600"/>
              </a:spcBef>
              <a:defRPr sz="1600">
                <a:solidFill>
                  <a:srgbClr val="00B4D8"/>
                </a:solidFill>
                <a:latin typeface="Segoe UI"/>
              </a:defRPr>
            </a:pPr>
            <a:r>
              <a:t>A Keyless, Multilingual Voice-First Billing &amp; Accounting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VoiceBill  •  Hack Synthesis 3.0 (UEM Kolkata)  •  Open Innovation  •  debajoyatibera.github.io/voicebill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1887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b="1" sz="2100">
                <a:solidFill>
                  <a:srgbClr val="FFFFFF"/>
                </a:solidFill>
              </a:defRPr>
            </a:pPr>
            <a:r>
              <a:t>💡 Just speak naturally: "do chai, panch panch rupaye" or "tin samosa, bees rupaye"</a:t>
            </a:r>
          </a:p>
          <a:p>
            <a:pPr>
              <a:spcBef>
                <a:spcPts val="600"/>
              </a:spcBef>
              <a:defRPr sz="1500">
                <a:solidFill>
                  <a:srgbClr val="00F5D4"/>
                </a:solidFill>
              </a:defRPr>
            </a:pPr>
            <a:r>
              <a:t>VoiceBill listens in Hindi, Bengali, or English, uses AI to extract structured items &amp; prices, calculates daily totals out loud, and shares instant business reports with 1-tap.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2514600" cy="28346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b="1" sz="1800">
                <a:solidFill>
                  <a:srgbClr val="FFB703"/>
                </a:solidFill>
              </a:defRPr>
            </a:pPr>
            <a:r>
              <a:t>1. Tap &amp; Speak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Tap the glowing mic button and say items &amp; prices in vernacular speech.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3108960"/>
            <a:ext cx="2514600" cy="28346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b="1" sz="1800">
                <a:solidFill>
                  <a:srgbClr val="FFB703"/>
                </a:solidFill>
              </a:defRPr>
            </a:pPr>
            <a:r>
              <a:t>2. AI Intelligence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Gemini 1.5 Flash AI parses speech into item, quantity &amp; unit price.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108960"/>
            <a:ext cx="2514600" cy="28346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b="1" sz="1800">
                <a:solidFill>
                  <a:srgbClr val="FFB703"/>
                </a:solidFill>
              </a:defRPr>
            </a:pPr>
            <a:r>
              <a:t>3. TTS Audio Readback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Speaks aloud the sale &amp; running daily collection in rupees for instant confirmation.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108960"/>
            <a:ext cx="2514600" cy="28346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b="1" sz="1800">
                <a:solidFill>
                  <a:srgbClr val="FFB703"/>
                </a:solidFill>
              </a:defRPr>
            </a:pPr>
            <a:r>
              <a:t>4. 1-Tap Export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Launch WhatsApp report synchronously or download an Excel CSV spreadsheet.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645920" cy="7315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3. System Architecture &amp; Keyless Security</a:t>
            </a:r>
          </a:p>
          <a:p>
            <a:pPr>
              <a:spcBef>
                <a:spcPts val="600"/>
              </a:spcBef>
              <a:defRPr sz="1600">
                <a:solidFill>
                  <a:srgbClr val="00B4D8"/>
                </a:solidFill>
                <a:latin typeface="Segoe UI"/>
              </a:defRPr>
            </a:pPr>
            <a:r>
              <a:t>Zero API Keys Exposed on Client — Serverless GCP &amp; Appwrite 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VoiceBill  •  Hack Synthesis 3.0 (UEM Kolkata)  •  Open Innovation  •  debajoyatibera.github.io/voicebill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14600" cy="3931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b="1" sz="1600">
                <a:solidFill>
                  <a:srgbClr val="00F5D4"/>
                </a:solidFill>
              </a:defRPr>
            </a:pPr>
            <a:r>
              <a:t>1. CLIENT (Flutter App)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• Web, Android &amp; iOS</a:t>
            </a:r>
            <a:br/>
            <a:r>
              <a:t>• speech_to_text (Dictation)</a:t>
            </a:r>
            <a:br/>
            <a:r>
              <a:t>• SharedPrefs offline store</a:t>
            </a:r>
            <a:br/>
            <a:r>
              <a:t>• No API keys in bundle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14600" cy="3931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b="1" sz="1600">
                <a:solidFill>
                  <a:srgbClr val="00B4D8"/>
                </a:solidFill>
              </a:defRPr>
            </a:pPr>
            <a:r>
              <a:t>2. KEYLESS PROXY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• Serverless Cloud Run / Appwrite</a:t>
            </a:r>
            <a:br/>
            <a:r>
              <a:t>• Uses Application Default Credentials (ADC)</a:t>
            </a:r>
            <a:br/>
            <a:r>
              <a:t>• Rate limits &amp; CORS protection</a:t>
            </a:r>
            <a:br/>
            <a:r>
              <a:t>• Shields secrets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514600" cy="3931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b="1" sz="1600">
                <a:solidFill>
                  <a:srgbClr val="FFB703"/>
                </a:solidFill>
              </a:defRPr>
            </a:pPr>
            <a:r>
              <a:t>3. AI ENGINE (GCP Vertex AI)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• Gemini 1.5 Flash</a:t>
            </a:r>
            <a:br/>
            <a:r>
              <a:t>• Natural language parsing</a:t>
            </a:r>
            <a:br/>
            <a:r>
              <a:t>• Returns JSON:</a:t>
            </a:r>
            <a:br/>
            <a:r>
              <a:t>  {item, qty, price, conf}</a:t>
            </a:r>
            <a:br/>
            <a:r>
              <a:t>• Multi-dialect recognition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514600" cy="3931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4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b="1" sz="1600">
                <a:solidFill>
                  <a:srgbClr val="FF416C"/>
                </a:solidFill>
              </a:defRPr>
            </a:pPr>
            <a:r>
              <a:t>4. OUTPUT &amp; EXPORT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• UI Card with Check badge</a:t>
            </a:r>
            <a:br/>
            <a:r>
              <a:t>• flutter_tts Voice Summary</a:t>
            </a:r>
            <a:br/>
            <a:r>
              <a:t>• Synchronous WhatsApp wa.me link</a:t>
            </a:r>
            <a:br/>
            <a:r>
              <a:t>• HTML5 Blob CSV Download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645920" cy="7315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4. Technical Stack &amp; Dependencies</a:t>
            </a:r>
          </a:p>
          <a:p>
            <a:pPr>
              <a:spcBef>
                <a:spcPts val="600"/>
              </a:spcBef>
              <a:defRPr sz="1600">
                <a:solidFill>
                  <a:srgbClr val="00B4D8"/>
                </a:solidFill>
                <a:latin typeface="Segoe UI"/>
              </a:defRPr>
            </a:pPr>
            <a:r>
              <a:t>Modern Cross-Platform Web &amp; Cloud Native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VoiceBill  •  Hack Synthesis 3.0 (UEM Kolkata)  •  Open Innovation  •  debajoyatibera.github.io/voicebill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b="1" sz="1800">
                <a:solidFill>
                  <a:srgbClr val="00F5D4"/>
                </a:solidFill>
              </a:defRPr>
            </a:pPr>
            <a:r>
              <a:t>📱 Frontend Application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Flutter 3 (Web, Android, iOS)</a:t>
            </a:r>
            <a:br/>
            <a:r>
              <a:t>• CanvasKit High-Performance Renderer</a:t>
            </a:r>
            <a:br/>
            <a:r>
              <a:t>• Tree-Shaken Font Icons &amp; Optimized WASM/JS</a:t>
            </a:r>
            <a:br/>
            <a:r>
              <a:t>• Responsive Modal Bottom Sheets &amp; Glassmorphism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b="1" sz="1800">
                <a:solidFill>
                  <a:srgbClr val="00B4D8"/>
                </a:solidFill>
              </a:defRPr>
            </a:pPr>
            <a:r>
              <a:t>☁️ AI &amp; Serverless Backend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Google Cloud Platform (GCP) Vertex AI</a:t>
            </a:r>
            <a:br/>
            <a:r>
              <a:t>• Gemini 1.5 Flash Structured JSON Output</a:t>
            </a:r>
            <a:br/>
            <a:r>
              <a:t>• Cloud Run Container / Appwrite Serverless Proxy</a:t>
            </a:r>
            <a:br/>
            <a:r>
              <a:t>• Application Default Credentials (ADC)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19202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b="1" sz="1800">
                <a:solidFill>
                  <a:srgbClr val="FFB703"/>
                </a:solidFill>
              </a:defRPr>
            </a:pPr>
            <a:r>
              <a:t>🎙️ Voice &amp; Audio Intelligence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speech_to_text (ListenMode.dictation)</a:t>
            </a:r>
            <a:br/>
            <a:r>
              <a:t>• Web Speech API &amp; Native Mobile Audio</a:t>
            </a:r>
            <a:br/>
            <a:r>
              <a:t>• flutter_tts (Text-to-Speech Hindi/Bengali/English)</a:t>
            </a:r>
            <a:br/>
            <a:r>
              <a:t>• Dynamic Speech Pause &amp; Timeout Resiliency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212080" cy="19202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4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b="1" sz="1800">
                <a:solidFill>
                  <a:srgbClr val="FF416C"/>
                </a:solidFill>
              </a:defRPr>
            </a:pPr>
            <a:r>
              <a:t>📊 Export &amp; Storage Engine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• url_launcher (Synchronous WhatsApp wa.me)</a:t>
            </a:r>
            <a:br/>
            <a:r>
              <a:t>• dart:html AnchorElement &amp; Blob CSV Excel download</a:t>
            </a:r>
            <a:br/>
            <a:r>
              <a:t>• shared_preferences (Local JSON Daily Tally)</a:t>
            </a:r>
            <a:br/>
            <a:r>
              <a:t>• Clipboard SDK text export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645920" cy="7315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5. Key Features &amp; Innovation Highlights</a:t>
            </a:r>
          </a:p>
          <a:p>
            <a:pPr>
              <a:spcBef>
                <a:spcPts val="600"/>
              </a:spcBef>
              <a:defRPr sz="1600">
                <a:solidFill>
                  <a:srgbClr val="00B4D8"/>
                </a:solidFill>
                <a:latin typeface="Segoe UI"/>
              </a:defRPr>
            </a:pPr>
            <a:r>
              <a:t>Designed for Real-World Outdoor Street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VoiceBill  •  Hack Synthesis 3.0 (UEM Kolkata)  •  Open Innovation  •  debajoyatibera.github.io/voicebill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9202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b="1" sz="1800">
                <a:solidFill>
                  <a:srgbClr val="FFB703"/>
                </a:solidFill>
              </a:defRPr>
            </a:pPr>
            <a:r>
              <a:t>🎙️ Multilingual Speech POS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Speaks fluent Hindi, Bengali &amp; Indian English without switching complex keyboards.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19202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b="1" sz="1800">
                <a:solidFill>
                  <a:srgbClr val="FFB703"/>
                </a:solidFill>
              </a:defRPr>
            </a:pPr>
            <a:r>
              <a:t>⌨️ Noisy Market Fallback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Type or paste sale dialog for deafeningly loud train stations or festivals.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19202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b="1" sz="1800">
                <a:solidFill>
                  <a:srgbClr val="FFB703"/>
                </a:solidFill>
              </a:defRPr>
            </a:pPr>
            <a:r>
              <a:t>📲 1-Tap WhatsApp Report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Generates daily markdown sales report and opens WhatsApp synchronously (popup-proof).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291840" cy="19202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b="1" sz="1800">
                <a:solidFill>
                  <a:srgbClr val="FFB703"/>
                </a:solidFill>
              </a:defRPr>
            </a:pPr>
            <a:r>
              <a:t>📊 CSV Spreadsheet Export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Downloads .csv Excel file with 1 click using web-native Blob anchor download.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840480"/>
            <a:ext cx="3291840" cy="19202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b="1" sz="1800">
                <a:solidFill>
                  <a:srgbClr val="FFB703"/>
                </a:solidFill>
              </a:defRPr>
            </a:pPr>
            <a:r>
              <a:t>🔊 Audio TTS Readback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Speaks aloud the itemized order and updated collection in rupees.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840480"/>
            <a:ext cx="3291840" cy="19202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defRPr b="1" sz="1800">
                <a:solidFill>
                  <a:srgbClr val="FFB703"/>
                </a:solidFill>
              </a:defRPr>
            </a:pPr>
            <a:r>
              <a:t>🔒 Zero-Key Cloud Security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100% keyless frontend using GCP Application Default Credentials and serverless proxy.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645920" cy="7315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6. Live Interactive Demo &amp; UI Showcase</a:t>
            </a:r>
          </a:p>
          <a:p>
            <a:pPr>
              <a:spcBef>
                <a:spcPts val="600"/>
              </a:spcBef>
              <a:defRPr sz="1600">
                <a:solidFill>
                  <a:srgbClr val="00B4D8"/>
                </a:solidFill>
                <a:latin typeface="Segoe UI"/>
              </a:defRPr>
            </a:pPr>
            <a:r>
              <a:t>Experience VoiceBill Live Online — No Installation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VoiceBill  •  Hack Synthesis 3.0 (UEM Kolkata)  •  Open Innovation  •  debajoyatibera.github.io/voicebill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500">
                <a:solidFill>
                  <a:srgbClr val="FFB703"/>
                </a:solidFill>
              </a:defRPr>
            </a:pPr>
            <a:r>
              <a:t>🌐 LIVE GITHUB PAGES DEPLOYMENT</a:t>
            </a:r>
          </a:p>
          <a:p>
            <a:pPr>
              <a:spcBef>
                <a:spcPts val="800"/>
              </a:spcBef>
            </a:pPr>
            <a:r>
              <a:rPr b="1" sz="1900">
                <a:solidFill>
                  <a:srgbClr val="00F5D4"/>
                </a:solidFill>
                <a:hlinkClick r:id="rId2"/>
              </a:rPr>
              <a:t>https://debajoyatibera.github.io/voicebill/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We believe in true Open Innovation — our application is fully deployed, tested, and accessible to any judge or street vendor instantly on their browser.</a:t>
            </a:r>
          </a:p>
          <a:p>
            <a:pPr>
              <a:spcBef>
                <a:spcPts val="1400"/>
              </a:spcBef>
              <a:defRPr sz="1400">
                <a:solidFill>
                  <a:srgbClr val="00F5D4"/>
                </a:solidFill>
              </a:defRPr>
            </a:pPr>
            <a:r>
              <a:t>✨ Try This 3-Step Test Right Now:</a:t>
            </a:r>
            <a:br/>
            <a:r>
              <a:t>1. Open link &amp; tap the Glowing Mic button.</a:t>
            </a:r>
            <a:br/>
            <a:r>
              <a:t>2. Speak: "do chai, panch panch rupaye" -&gt; see instant AI card &amp; hear rupee readback!</a:t>
            </a:r>
            <a:br/>
            <a:r>
              <a:t>3. Tap green "WhatsApp" button -&gt; see daily sales tally open synchronously!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45920"/>
            <a:ext cx="5394960" cy="4297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029200" cy="2165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645920" cy="7315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7. Technical Challenges &amp; Solutions</a:t>
            </a:r>
          </a:p>
          <a:p>
            <a:pPr>
              <a:spcBef>
                <a:spcPts val="600"/>
              </a:spcBef>
              <a:defRPr sz="1600">
                <a:solidFill>
                  <a:srgbClr val="00B4D8"/>
                </a:solidFill>
                <a:latin typeface="Segoe UI"/>
              </a:defRPr>
            </a:pPr>
            <a:r>
              <a:t>Overcoming Real-World Browser, Speech &amp; Cloud Hurdles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VoiceBill  •  Hack Synthesis 3.0 (UEM Kolkata)  •  Open Innovation  •  debajoyatibera.github.io/voicebill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4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b="1" sz="1800">
                <a:solidFill>
                  <a:srgbClr val="FF416C"/>
                </a:solidFill>
              </a:defRPr>
            </a:pPr>
            <a:r>
              <a:t>⚡ WebSpeech API Cutoffs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Challenge: Web browsers cut off speech recognition during brief pauses in noisy street environments.</a:t>
            </a:r>
            <a:br/>
            <a:br/>
            <a:r>
              <a:t>Solution: Upgraded to ListenMode.dictation, implemented custom 10-second pause timeouts, and added stop-button transcript capture.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b="1" sz="1800">
                <a:solidFill>
                  <a:srgbClr val="FFB703"/>
                </a:solidFill>
              </a:defRPr>
            </a:pPr>
            <a:r>
              <a:t>🔒 Client API Key Exposure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Challenge: Embedding Gemini AI API keys in client JavaScript bundles leaves them vulnerable to scraping.</a:t>
            </a:r>
            <a:br/>
            <a:br/>
            <a:r>
              <a:t>Solution: Architected a keyless Serverless Cloud Run / Appwrite proxy utilizing GCP Application Default Credentials (ADC).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b="1" sz="1800">
                <a:solidFill>
                  <a:srgbClr val="00F5D4"/>
                </a:solidFill>
              </a:defRPr>
            </a:pPr>
            <a:r>
              <a:t>🚫 Browser Popup Blockers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Challenge: Awaiting URL check functions before launching WhatsApp caused Chrome/Safari to silently block new tabs.</a:t>
            </a:r>
            <a:br/>
            <a:br/>
            <a:r>
              <a:t>Solution: Refactored export button to call launchUrl() synchronously on direct user click and used HTML Blob for CSV downloads.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645920" cy="7315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8. Theme Alignment — Open Innovation</a:t>
            </a:r>
          </a:p>
          <a:p>
            <a:pPr>
              <a:spcBef>
                <a:spcPts val="600"/>
              </a:spcBef>
              <a:defRPr sz="1600">
                <a:solidFill>
                  <a:srgbClr val="00B4D8"/>
                </a:solidFill>
                <a:latin typeface="Segoe UI"/>
              </a:defRPr>
            </a:pPr>
            <a:r>
              <a:t>Why VoiceBill Stands Out in Hack Synthesis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VoiceBill  •  Hack Synthesis 3.0 (UEM Kolkata)  •  Open Innovation  •  debajoyatibera.github.io/voicebill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34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b="1" sz="2000">
                <a:solidFill>
                  <a:srgbClr val="00F5D4"/>
                </a:solidFill>
              </a:defRPr>
            </a:pPr>
            <a:r>
              <a:t>🇮🇳 Digital Financial Inclusion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Brings India's unorganized street retail economy into digital accounting without requiring literacy or English typing skills.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698480" cy="1234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b="1" sz="2000">
                <a:solidFill>
                  <a:srgbClr val="00B4D8"/>
                </a:solidFill>
              </a:defRPr>
            </a:pPr>
            <a:r>
              <a:t>💸 Zero Hardware Cost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Runs on any existing budget smartphone or web browser — no expensive POS terminals or barcode scanners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98480" cy="1234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b="1" sz="2000">
                <a:solidFill>
                  <a:srgbClr val="FFB703"/>
                </a:solidFill>
              </a:defRPr>
            </a:pPr>
            <a:r>
              <a:t>🤝 Open Source &amp; Modular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Clean MIT licensed Flutter codebase and modular serverless GCP proxy designed for community contributions and scaling.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645920" cy="7315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9. Future Roadmap &amp; Vision</a:t>
            </a:r>
          </a:p>
          <a:p>
            <a:pPr>
              <a:spcBef>
                <a:spcPts val="600"/>
              </a:spcBef>
              <a:defRPr sz="1600">
                <a:solidFill>
                  <a:srgbClr val="00B4D8"/>
                </a:solidFill>
                <a:latin typeface="Segoe UI"/>
              </a:defRPr>
            </a:pPr>
            <a:r>
              <a:t>Expanding VoiceBill Across Indian Retail Ecosystems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VoiceBill  •  Hack Synthesis 3.0 (UEM Kolkata)  •  Open Innovation  •  debajoyatibera.github.io/voicebill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b="1" sz="1800">
                <a:solidFill>
                  <a:srgbClr val="00F5D4"/>
                </a:solidFill>
              </a:defRPr>
            </a:pPr>
            <a:r>
              <a:t>Phase 1: Advanced Analytics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• Multi-day &amp; monthly revenue charts</a:t>
            </a:r>
            <a:br/>
            <a:r>
              <a:t>• Peak selling hour visualization</a:t>
            </a:r>
            <a:br/>
            <a:r>
              <a:t>• Item popularity rankings</a:t>
            </a:r>
            <a:br/>
            <a:r>
              <a:t>• Export to Google Drive/Excel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b="1" sz="1800">
                <a:solidFill>
                  <a:srgbClr val="00B4D8"/>
                </a:solidFill>
              </a:defRPr>
            </a:pPr>
            <a:r>
              <a:t>Phase 2: Hardware POS Integration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• Bluetooth thermal printer integration</a:t>
            </a:r>
            <a:br/>
            <a:r>
              <a:t>• Print instant paper receipts for customers</a:t>
            </a:r>
            <a:br/>
            <a:r>
              <a:t>• UPI QR code dynamic payment overlay</a:t>
            </a:r>
            <a:br/>
            <a:r>
              <a:t>• Offline-first SQLite 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defRPr b="1" sz="1800">
                <a:solidFill>
                  <a:srgbClr val="FFB703"/>
                </a:solidFill>
              </a:defRPr>
            </a:pPr>
            <a:r>
              <a:t>Phase 3: WhatsApp Business AI Bot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• Automated customer receipt messaging via QR scan</a:t>
            </a:r>
            <a:br/>
            <a:r>
              <a:t>• AI vendor chatbot for stock replenishment</a:t>
            </a:r>
            <a:br/>
            <a:r>
              <a:t>• Multilingual voice SMS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